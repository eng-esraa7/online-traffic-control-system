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F2B5-83A8-98A4-7B1F-15CE2000D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DF842-2BA8-39B2-5AB2-9DCAD9A30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039C5-0EF2-37CB-2A16-6FED25B2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3572-2AE3-5C18-8147-389CAB57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E3C3-43A2-7CCC-BA8D-C704FE25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FB7B-8E15-0AD2-2D87-CB31EC4A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9B3A2-88B3-3905-FB4E-E13EB6EBF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E923C-D486-4D22-C8F3-DE62270A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A6D7-246A-B7BF-EA3E-594E73D9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68D15-EC7F-0348-7607-78B1335C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E489-6CF0-9D26-CA49-3201E985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5218E-CF2C-08AE-85D0-5E6595982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EC48E-CBEA-B98D-47C5-25956D2B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C2AE2-961F-0395-2546-E5E7CDAF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5E21E-47AF-6153-AF9E-77D7F9F2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4B0D-EDE8-626F-C02D-48B5349B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21E1-D5A4-6739-3659-171F6A808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20564-50F6-A355-1099-EAC78F140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7EAD7-A1C5-7C73-5FD6-2EDDAB05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DCC79-78D6-4FBD-12F6-9F022711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3D5E8-0547-116E-D0BA-EA09D873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9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803B-6344-1514-80E2-83A7104F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8975F-D54B-74F5-552E-1E526187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90FE0-B6D3-9A9E-A7B3-7E69AA59D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EDDDA-EB3B-F01A-DBF8-CA52CCF4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C142E-30FE-1949-ED6D-9F157BC38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EE949-41FE-D3AA-28D9-23ED2A78C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61C63-66F4-ECF1-7905-1E4E7E2A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213D3-817A-99A0-4D78-F2749E26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6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F470-2357-C230-6A00-7DFC9241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F3DC-8B29-B009-A4F9-16ABAA987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CE2D4-C937-F73D-DBD0-E62C5AEA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EAA37-90AE-DC9B-6CB1-6FE83E73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5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A81FC-C2B8-69D1-495A-F5B4DCDD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0B83A-B21A-3FA2-7156-FA097237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D9F3D-BEB1-5FF4-3EFD-D5E069F0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402D-7294-79D4-8C4D-DC466A63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ECB7-6839-CDFE-2A0B-0D3292993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EE4AB-96E9-C62F-D80A-124A16384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F94C0-B657-15E9-D753-ED7A4E0D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A64CB-2A4D-8DA9-D1DA-F825A525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66EF-983A-4039-011F-710FA05F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6424-0FAB-672C-AE6D-259A8E1D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0A0F0-B516-544E-0D15-D6A137B02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6FA1E-682F-FDD9-3AC0-4E2E07811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2DE2A-DB95-AD36-8C74-6588AE6A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BE38B-28BD-B2F7-2036-CA2259AD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377E-7B16-69F3-052C-CA68D514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7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9F59-3533-3D11-A4E7-507617C1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791E6-2AE8-DEF4-6A65-6427D253B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AC97-A372-F68C-6EA6-3939AE6D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A3F1-3D24-F13C-B451-72C40364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A6B2-9D80-4EF2-9FE3-5DBD9427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1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F93A0-8DF8-54B7-67CA-7E8843951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0D008-A5B5-49F0-232F-836B39A75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13F4D-30F4-09F5-605F-1DE7D558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1F7BB-7A83-32BA-45CD-9BE72F77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B6CF3-8926-863F-4356-F31642C1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1B1F1-DCCA-C18B-D199-F8D2E4A7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1CF4-2A88-334A-465C-61BF783C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46DD-AF58-3FF3-744D-92D942891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E82A0-9025-438E-B87E-E710CD0DB2E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AAC98-0810-78BE-15D7-C8A4448F3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CB53F-B2F5-79E1-B2B0-AFC3E521C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D34C1-31B9-4E84-870A-375B53470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1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ng-Esraa7/ONLINE-TRAFFIC-CONTROL-SYSTEM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BA3B9-27CE-AAA4-C772-9927FB030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57" y="511383"/>
            <a:ext cx="3705044" cy="3280934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Traffic Control System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D6922-FC66-C3B4-D1BD-9DFA5DC09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 Traffic control system is used to improve the flow of vehicle traffic and improve safety. Real-time traffic data flows into a transportation management center where it is integrated and processed for incident detection and may result in actions taken such as traffic routing.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System keeps track of drivers’ information such as driver license number, person name, birthdate and list of owned cars. Driver can own a maximum of 3 cars.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For each registered car, the system stores the car plate number, model, list of recorded fines and production year.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For each fine, system stores its value, street name, date and status (paid/not).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Traffic man detects the plate number and measures the speed of the passing car. If the car speed exceeds the road maximum speed, a violation is recorded with a specific fine. The fine equals double the difference between the car speed and the road maximum speed.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System can show the total amount of unpaid fines for a specific driver.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User can pay the fine for one of his cars and his record is updated accordingly.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- Search is available for a specific car via its plate number or the owner name.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0729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6015E-BDDE-465D-FCAE-27F52DB0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FA47A-62B9-62A3-6079-6E1B0E382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83" y="419131"/>
            <a:ext cx="3824590" cy="3686260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Traffic Control System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E55EC4-5650-F766-23B5-2DDA21430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827" y="10138"/>
            <a:ext cx="3921950" cy="6837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B3802A-59B4-361D-6B3F-46885253E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689" y="10138"/>
            <a:ext cx="4097311" cy="683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3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BC7DC-EE8A-4984-DCDD-D40A92BE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2FD26B0-16CE-4AD4-9CE4-A63EBF33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9CDD17-5536-1CC0-B62E-D0FEBD3D4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83" y="419131"/>
            <a:ext cx="3824590" cy="3686260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Traffic Control System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5DD15-CA5D-7FBB-E423-6DF665C2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3" y="0"/>
            <a:ext cx="3951154" cy="68575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426AF7-4531-460E-F27F-3F310348C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6" y="0"/>
            <a:ext cx="4038411" cy="685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3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B2404-EBBD-B369-56D0-E534E64B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2FD26B0-16CE-4AD4-9CE4-A63EBF33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275B69-B640-3300-0159-A1AC566174F4}"/>
              </a:ext>
            </a:extLst>
          </p:cNvPr>
          <p:cNvSpPr txBox="1">
            <a:spLocks/>
          </p:cNvSpPr>
          <p:nvPr/>
        </p:nvSpPr>
        <p:spPr>
          <a:xfrm>
            <a:off x="114443" y="254240"/>
            <a:ext cx="3824590" cy="3686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rgbClr val="FFFFFF"/>
                </a:solidFill>
              </a:rPr>
              <a:t>Traffic Control System 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0015D-12FD-90D9-5340-92F9F9DFF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476" y="0"/>
            <a:ext cx="3868893" cy="6857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D91D88-0384-46C1-3AFE-13AB103F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813" y="-1"/>
            <a:ext cx="4040744" cy="68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1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C23FD-80C0-3E33-75D2-C1F3BD31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2FD26B0-16CE-4AD4-9CE4-A63EBF33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203C2-5EEC-B3F8-6A5D-786F1E45F6B4}"/>
              </a:ext>
            </a:extLst>
          </p:cNvPr>
          <p:cNvSpPr txBox="1">
            <a:spLocks/>
          </p:cNvSpPr>
          <p:nvPr/>
        </p:nvSpPr>
        <p:spPr>
          <a:xfrm>
            <a:off x="114443" y="254240"/>
            <a:ext cx="3824590" cy="3686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rgbClr val="FFFFFF"/>
                </a:solidFill>
              </a:rPr>
              <a:t>Traffic Control System 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AA4CB-4E0B-5BF9-D7CC-E820F7AE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476" y="0"/>
            <a:ext cx="4040744" cy="68351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FEA4D-3BA2-F7F6-D591-93A4B9F5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610" y="0"/>
            <a:ext cx="3862948" cy="683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6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8493E-C2AF-80F8-260C-190524BC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609600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52884" y="609601"/>
            <a:ext cx="6858003" cy="56388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2217950"/>
            <a:ext cx="610351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565239" y="1211422"/>
            <a:ext cx="4640488" cy="4640488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0"/>
            <a:ext cx="610351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37581E-77D1-478B-1979-57A26DC63EC4}"/>
              </a:ext>
            </a:extLst>
          </p:cNvPr>
          <p:cNvSpPr txBox="1">
            <a:spLocks/>
          </p:cNvSpPr>
          <p:nvPr/>
        </p:nvSpPr>
        <p:spPr>
          <a:xfrm>
            <a:off x="-113678" y="1921475"/>
            <a:ext cx="5540936" cy="322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b="1" dirty="0">
                <a:solidFill>
                  <a:srgbClr val="FFFFFF"/>
                </a:solidFill>
              </a:rPr>
              <a:t>Traffic Control System 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A8328-192B-4109-EC5D-26EC2CD5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4" r="-1" b="7168"/>
          <a:stretch>
            <a:fillRect/>
          </a:stretch>
        </p:blipFill>
        <p:spPr>
          <a:xfrm>
            <a:off x="6102552" y="0"/>
            <a:ext cx="6089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6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EC785-6CAC-8D76-6268-2F0D2E7E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DD7921-8C7C-2197-01AB-88C72E283391}"/>
              </a:ext>
            </a:extLst>
          </p:cNvPr>
          <p:cNvSpPr txBox="1">
            <a:spLocks/>
          </p:cNvSpPr>
          <p:nvPr/>
        </p:nvSpPr>
        <p:spPr>
          <a:xfrm>
            <a:off x="3502731" y="1542402"/>
            <a:ext cx="5186842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GitHub</a:t>
            </a:r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145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256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 Traffic Control System </vt:lpstr>
      <vt:lpstr>  Traffic Control System </vt:lpstr>
      <vt:lpstr>  Traffic Control System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اسراء محمد عبدالحميد محمد</dc:creator>
  <cp:lastModifiedBy>اسراء محمد عبدالحميد محمد</cp:lastModifiedBy>
  <cp:revision>1</cp:revision>
  <dcterms:created xsi:type="dcterms:W3CDTF">2026-01-08T14:59:52Z</dcterms:created>
  <dcterms:modified xsi:type="dcterms:W3CDTF">2026-01-08T17:18:51Z</dcterms:modified>
</cp:coreProperties>
</file>